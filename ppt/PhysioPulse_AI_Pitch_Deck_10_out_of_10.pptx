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457200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D4ED8"/>
                </a:solidFill>
                <a:latin typeface="Arial"/>
              </a:rPr>
              <a:t>IDEAS 4.0 • PROBLEM STATEMENT 6: AI FOR SMARTER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PhysioPulse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4ED8"/>
                </a:solidFill>
                <a:latin typeface="Arial"/>
              </a:rPr>
              <a:t>Upload Doctor Report → AI Designs Exercise Routine → Live Camera Coaches You at Home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When patients leave the clinic after surgery or injury, they receive complicated medical papers. With PhysioPulse, patients upload their doctor report or MRI. Our AI reads the report, automatically designs a personalized exercise routine, and uses any laptop webcam to guide their movement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550" b="1">
                <a:solidFill>
                  <a:srgbClr val="1D4ED8"/>
                </a:solidFill>
                <a:latin typeface="Arial"/>
              </a:rPr>
              <a:t>Upload Doctor Report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AI DESIGNS SESSIONS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Upload hospital discharge notes or MRIs. The AI extracts the injury details and automatically plans your customized exercise routine.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38328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550" b="1">
                <a:solidFill>
                  <a:srgbClr val="059669"/>
                </a:solidFill>
                <a:latin typeface="Arial"/>
              </a:rPr>
              <a:t>Any Laptop Webcam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ZERO EXTRA HARDWARE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Tracks 33 body points locally at 60 FPS using your regular computer camera. No wearable sensors or special equipment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338328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550" b="1">
                <a:solidFill>
                  <a:srgbClr val="D97706"/>
                </a:solidFill>
                <a:latin typeface="Arial"/>
              </a:rPr>
              <a:t>Live Voice Coaching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CATCHES MISTAKES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Counts reps automatically and speaks out loud when you make a mistake (e.g. 'Don't shrug your shoulder!' or 'Keep your back straight!').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338328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550" b="1">
                <a:solidFill>
                  <a:srgbClr val="DC2626"/>
                </a:solidFill>
                <a:latin typeface="Arial"/>
              </a:rPr>
              <a:t>100% On-Device Privacy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VIDEO NEVER UPLOADED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All body tracking runs in local computer memory. Zero raw video is ever sent to cloud servers. Safe emergency red-flag lock.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THE REAL-WORLD HEALTHCARE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Why Unsupervised Home Physical Therapy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985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550" b="1">
                <a:solidFill>
                  <a:srgbClr val="DC2626"/>
                </a:solidFill>
                <a:latin typeface="Arial"/>
              </a:rPr>
              <a:t>1. Daily In-Person Clinic Visits Are Difficult</a:t>
            </a:r>
          </a:p>
          <a:p>
            <a:pPr>
              <a:spcBef>
                <a:spcPts val="14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Traveling to an outpatient clinic every single day while injured or post-surgery is physically exhausting. Over 70% of patients abandon clinic visits within 10 days due to travel distance and mobility challenges.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508760"/>
            <a:ext cx="341985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550" b="1">
                <a:solidFill>
                  <a:srgbClr val="D97706"/>
                </a:solidFill>
                <a:latin typeface="Arial"/>
              </a:rPr>
              <a:t>2. People Cheat on Exercises Without Realizing It</a:t>
            </a:r>
          </a:p>
          <a:p>
            <a:pPr>
              <a:spcBef>
                <a:spcPts val="14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When doing physical therapy alone at home, recovering patients unconsciously compensate—like shrugging shoulders or arching backs. Pre-recorded YouTube fitness videos cannot see you or stop bad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508760"/>
            <a:ext cx="341985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550" b="1">
                <a:solidFill>
                  <a:srgbClr val="1D4ED8"/>
                </a:solidFill>
                <a:latin typeface="Arial"/>
              </a:rPr>
              <a:t>3. Complex Medical Papers &amp; No Guided Routine</a:t>
            </a:r>
          </a:p>
          <a:p>
            <a:pPr>
              <a:spcBef>
                <a:spcPts val="14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Patients leave clinics with confusing discharge summaries and generic exercise sheets. They don't know how many reps they should safely do or how to adjust targets as their joints heal.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725912" cy="7772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D4ED8"/>
                </a:solidFill>
                <a:latin typeface="Arial"/>
              </a:rPr>
              <a:t>WHAT WE BUILT: </a:t>
            </a:r>
            <a:r>
              <a:rPr sz="1050">
                <a:solidFill>
                  <a:srgbClr val="0F172A"/>
                </a:solidFill>
                <a:latin typeface="Arial"/>
              </a:rPr>
              <a:t>Patients simply upload their doctor report. Our AI designs the right exercises, and the webcam watches every rep in real time to ensure safe, supervised home recovery without expensive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TRACK REQUIREMENTS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100% Alignment with Track 6: 'AI for Smarter Healthcare'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00" b="1">
                <a:solidFill>
                  <a:srgbClr val="1D4ED8"/>
                </a:solidFill>
                <a:latin typeface="Arial"/>
              </a:rPr>
              <a:t>1. Multilingual AI Assistant
(Hindi, English &amp; Regional)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46304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>
                <a:solidFill>
                  <a:srgbClr val="1E293B"/>
                </a:solidFill>
                <a:latin typeface="Arial"/>
              </a:rPr>
              <a:t>Natural language intake supporting English, Hindi (हिन्दी), and Hinglish. Accompanied by real-time voice feedback coaching the user during every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2313432" cy="9144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950" b="1">
                <a:solidFill>
                  <a:srgbClr val="059669"/>
                </a:solidFill>
                <a:latin typeface="Arial"/>
              </a:rPr>
              <a:t>Voice Coach + Multilingual Intake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00" b="1">
                <a:solidFill>
                  <a:srgbClr val="1D4ED8"/>
                </a:solidFill>
                <a:latin typeface="Arial"/>
              </a:rPr>
              <a:t>2. Smart Symptom Guidance &amp;
Emergency Safety 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487168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>
                <a:solidFill>
                  <a:srgbClr val="1E293B"/>
                </a:solidFill>
                <a:latin typeface="Arial"/>
              </a:rPr>
              <a:t>Evaluates patient pain scale (1–10). Built-in safety guardrail: severe pain (8/10 or higher) automatically locks unguided exercise and shows emergency contacts.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487168"/>
            <a:ext cx="2313432" cy="9144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950" b="1">
                <a:solidFill>
                  <a:srgbClr val="059669"/>
                </a:solidFill>
                <a:latin typeface="Arial"/>
              </a:rPr>
              <a:t>Red-Flag Safety Guardrail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00" b="1">
                <a:solidFill>
                  <a:srgbClr val="1D4ED8"/>
                </a:solidFill>
                <a:latin typeface="Arial"/>
              </a:rPr>
              <a:t>3. Doctor Report Upload &amp;
AI Session 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511296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>
                <a:solidFill>
                  <a:srgbClr val="1E293B"/>
                </a:solidFill>
                <a:latin typeface="Arial"/>
              </a:rPr>
              <a:t>Patients upload doctor discharge summaries or MRI scans. Clinical AI parses the diagnosis and auto-plans sequential recovery routines ('prescribed_session.json').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511296"/>
            <a:ext cx="2313432" cy="9144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950" b="1">
                <a:solidFill>
                  <a:srgbClr val="059669"/>
                </a:solidFill>
                <a:latin typeface="Arial"/>
              </a:rPr>
              <a:t>Doctor Report Upload + AI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35424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00" b="1">
                <a:solidFill>
                  <a:srgbClr val="1D4ED8"/>
                </a:solidFill>
                <a:latin typeface="Arial"/>
              </a:rPr>
              <a:t>4. Preventive Health &amp;
Progress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4535424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>
                <a:solidFill>
                  <a:srgbClr val="1E293B"/>
                </a:solidFill>
                <a:latin typeface="Arial"/>
              </a:rPr>
              <a:t>Daily posture check for desk workers (P3 Neck &amp; P8 Wrist strain) + recovery logging measuring angle progression and repetition accuracy over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535424"/>
            <a:ext cx="2313432" cy="9144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950" b="1">
                <a:solidFill>
                  <a:srgbClr val="059669"/>
                </a:solidFill>
                <a:latin typeface="Arial"/>
              </a:rPr>
              <a:t>Real-Time Posture Guard +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59552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00" b="1">
                <a:solidFill>
                  <a:srgbClr val="1D4ED8"/>
                </a:solidFill>
                <a:latin typeface="Arial"/>
              </a:rPr>
              <a:t>5. Privacy &amp; Responsible AI
(Assists Doctors)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5559552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>
                <a:solidFill>
                  <a:srgbClr val="1E293B"/>
                </a:solidFill>
                <a:latin typeface="Arial"/>
              </a:rPr>
              <a:t>100% local on-device camera inference (zero video frames sent to cloud). Explicit clinical disclaimer: PhysioPulse assists recovery—never replaces clinicians.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5559552"/>
            <a:ext cx="2313432" cy="9144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950" b="1">
                <a:solidFill>
                  <a:srgbClr val="059669"/>
                </a:solidFill>
                <a:latin typeface="Arial"/>
              </a:rPr>
              <a:t>100% On-Device Privacy 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SIMPLE 4-STEP 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How PhysioPulse Works: From Doctor Report to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950" b="1">
                <a:solidFill>
                  <a:srgbClr val="1D4ED8"/>
                </a:solidFill>
                <a:latin typeface="Arial"/>
              </a:rPr>
              <a:t>STEP 1</a:t>
            </a:r>
          </a:p>
          <a:p>
            <a:r>
              <a:rPr sz="1400" b="1">
                <a:solidFill>
                  <a:srgbClr val="0F172A"/>
                </a:solidFill>
                <a:latin typeface="Arial"/>
              </a:rPr>
              <a:t>Upload Report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• Patient uploads discharge summary or MRI
• AI reads the doctor's diagnosis
• Checks pain &amp; safety limits
• Auto-designs custom exercise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950" b="1">
                <a:solidFill>
                  <a:srgbClr val="059669"/>
                </a:solidFill>
                <a:latin typeface="Arial"/>
              </a:rPr>
              <a:t>STEP 2</a:t>
            </a:r>
          </a:p>
          <a:p>
            <a:r>
              <a:rPr sz="1400" b="1">
                <a:solidFill>
                  <a:srgbClr val="0F172A"/>
                </a:solidFill>
                <a:latin typeface="Arial"/>
              </a:rPr>
              <a:t>Camera Starts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• Uses regular laptop or phone webcam
• Tracks 33 body points in real time
• Runs at smooth 60 frames/sec
• Video stays 100% on your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950" b="1">
                <a:solidFill>
                  <a:srgbClr val="D97706"/>
                </a:solidFill>
                <a:latin typeface="Arial"/>
              </a:rPr>
              <a:t>STEP 3</a:t>
            </a:r>
          </a:p>
          <a:p>
            <a:r>
              <a:rPr sz="1400" b="1">
                <a:solidFill>
                  <a:srgbClr val="0F172A"/>
                </a:solidFill>
                <a:latin typeface="Arial"/>
              </a:rPr>
              <a:t>Live Voice Coach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• Speaks out loud to guide your movement
• Counts repetitions automatically
• Catches cheating (shrugs, leaning)
• Visual skeleton turns RED 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950" b="1">
                <a:solidFill>
                  <a:srgbClr val="DC2626"/>
                </a:solidFill>
                <a:latin typeface="Arial"/>
              </a:rPr>
              <a:t>STEP 4</a:t>
            </a:r>
          </a:p>
          <a:p>
            <a:r>
              <a:rPr sz="1400" b="1">
                <a:solidFill>
                  <a:srgbClr val="0F172A"/>
                </a:solidFill>
                <a:latin typeface="Arial"/>
              </a:rPr>
              <a:t>Doctor Summary</a:t>
            </a:r>
          </a:p>
          <a:p>
            <a:pPr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• Records angles, reps, and accuracy
• Creates a 1-click Doctor PDF report
• Auto-calibrates next session targets
• Share directly on 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5912" cy="13716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00" b="1">
                <a:solidFill>
                  <a:srgbClr val="1D4ED8"/>
                </a:solidFill>
                <a:latin typeface="Arial"/>
              </a:rPr>
              <a:t>🔄 HOW THE AI ADJUSTS YOUR EXERCISE TARGETS: </a:t>
            </a:r>
          </a:p>
          <a:p>
            <a:r>
              <a:rPr sz="1000">
                <a:solidFill>
                  <a:srgbClr val="475569"/>
                </a:solidFill>
                <a:latin typeface="Arial"/>
              </a:rPr>
              <a:t>• Clean Movement: When a patient completes repetitions with clean form and high symmetry, the AI safely increases target angle (+5°) and volume for the next session.
• Compensatory Mistakes: If shoulder shrugging or body leaning is caught, the AI lowers target angles to avoid joint strain and protect recovering tissues.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BUILT-IN CAMERA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Why Our Camera Tracking Is So Accurate (Real Benchmarks)</a:t>
            </a:r>
          </a:p>
        </p:txBody>
      </p:sp>
      <p:pic>
        <p:nvPicPr>
          <p:cNvPr id="6" name="Picture 5" descr="graph_real_signal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463040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1D4ED8"/>
                </a:solidFill>
                <a:latin typeface="Arial"/>
              </a:rPr>
              <a:t>Dual-Layer Smoothing Filter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α=0.35 EMA Coordinate Filter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Webcam video naturally flickers and shakes due to room lighting. Our built-in filter removes coordinate jitter so angle numbers don't jump around.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24328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True Body Vector Math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Vector Dot-Product (0° to 180°)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Calculates actual anatomical joint angles using 3D vector geometry instead of simple screen pixel positions, ensuring accuracy from any camera angle.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85616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D97706"/>
                </a:solidFill>
                <a:latin typeface="Arial"/>
              </a:rPr>
              <a:t>No False Alarms</a:t>
            </a:r>
          </a:p>
          <a:p>
            <a:r>
              <a:rPr sz="950" b="1">
                <a:solidFill>
                  <a:srgbClr val="0F172A"/>
                </a:solidFill>
                <a:latin typeface="Arial"/>
              </a:rPr>
              <a:t>6-Frame Biomechanical Debouncer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If you adjust your glasses or sneeze, the AI won't shout. It requires 6 consecutive bad frames (~0.2s) before alerting, preventing false voice interruptions.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050" b="1">
                <a:solidFill>
                  <a:srgbClr val="1D4ED8"/>
                </a:solidFill>
                <a:latin typeface="Arial"/>
              </a:rPr>
              <a:t>SEATED DESK EXERCISES &amp; AUTOMATIC DISTANCE SCALING:
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1. Seated Desk Mode: When sitting down, your lower body is hidden behind your desk. The AI automatically creates a true vertical gravity line from your shoulder, so seated posture and neck checks work seamlessly.
2. Auto Distance Scaling: Whether you sit 1.5 feet from a laptop or stand 6 feet away from a phone camera, joint measurements automatically normalize to live shoulder width.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FULL-BODY EXERCISE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The 8 Recovery Protocols Programmed in PhysioPulse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468880"/>
                <a:gridCol w="1920240"/>
                <a:gridCol w="3291840"/>
                <a:gridCol w="2313432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Exercise Protocol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Body Part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Movement Vector &amp; Angle 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Mistake / Cheat Caught Live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Frozen Shoulder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Shoulder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Lift arm sideways up to 90°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Shrugging shoulder or bending elbow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Knee Rehab / Squat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Knee &amp; Leg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Bend knee safely during squat (to 112°)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Torso leaning too far forward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Desk Neck &amp; Posture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Neck &amp; Spine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Keep head aligned with collarbone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Forward-head slouching or neck tilt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Elbow Fracture Recovery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Elbow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Bend and straighten elbow smoothly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Swinging upper arm away from body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Wall Slide Exercise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Both Shoulders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Slide both arms up wall symmetrically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Uneven arm heights (&gt;18° difference)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Hip Replacement Recovery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Hip &amp; Thigh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Lift leg outward to the side (to 28°)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Tilting upper body sideways to cheat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Lower Back &amp; Slip-Disc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Lower 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Gentle forward bend without twisting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Twisting shoulders or arching spine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4ED8"/>
                          </a:solidFill>
                          <a:latin typeface="Arial"/>
                        </a:rPr>
                        <a:t>P8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Wrist &amp; Carpal Tunnel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Wrist &amp; Fingers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Arial"/>
                        </a:rPr>
                        <a:t>Extend hand upward (to 22°+)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Tensing shoulder instead of moving wrist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WORKING PROTOTYPE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Prototype Testing: Target vs. Measured Joint Angles</a:t>
            </a:r>
          </a:p>
        </p:txBody>
      </p:sp>
      <p:pic>
        <p:nvPicPr>
          <p:cNvPr id="6" name="Picture 5" descr="graph_prototype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463040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1D4ED8"/>
                </a:solidFill>
                <a:latin typeface="Arial"/>
              </a:rPr>
              <a:t>Exact Joint Degrees in Real Time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The computer vision engine measures peak joint angles achieved per rep and records them directly to clinical_session_report.json.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24328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DC2626"/>
                </a:solidFill>
                <a:latin typeface="Arial"/>
              </a:rPr>
              <a:t>Automated Mistake &amp; Cheat Detection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Whenever a user compensates (e.g. shrugging the shoulder during P1), the system counts the exact number of bad frames and interrupts with audio coaching.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85616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Bilateral Symmetry Tracking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Compares left vs. right body halves in real time, alerting if one side is bearing unequal load or lagging behind during bilateral movements.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050" b="1">
                <a:solidFill>
                  <a:srgbClr val="1D4ED8"/>
                </a:solidFill>
                <a:latin typeface="Arial"/>
              </a:rPr>
              <a:t>OFFICIAL DOCTOR REPORT LETTERHEAD GENERATION:
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• Telemetry Logging: Every completed exercise writes session timestamps, rep counts, achieved angles, and flagged errors into clean JSON telemetry.
• 1-Click Printable PDF: Formats data into an official clinical letterhead that patients can print or share directly with their orthopedic doctor on WhatsApp.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TARGET ROADMAP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Our Deployment Plan: From Working Prototype to Users</a:t>
            </a:r>
          </a:p>
        </p:txBody>
      </p:sp>
      <p:pic>
        <p:nvPicPr>
          <p:cNvPr id="6" name="Picture 5" descr="graph_deploymen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463040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Current Stage: Working Prototype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TESTED ON SYNTHETIC MEDICAL CASES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The full closed loop is built and verified: report upload, AI session generation, 60 FPS camera tracking, voice biofeedback, and doctor PDF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24328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1D4ED8"/>
                </a:solidFill>
                <a:latin typeface="Arial"/>
              </a:rPr>
              <a:t>Phase 1 Target: Campus Beta Rollout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50 STUDENTS ACROSS HOSTELS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Deploying P3 (Cervical Posture) &amp; P8 (Carpal Tunnel) across university hostels &amp; coding clubs as a 2-minute daily check for laptop desk strain.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85616"/>
            <a:ext cx="5193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D97706"/>
                </a:solidFill>
                <a:latin typeface="Arial"/>
              </a:rPr>
              <a:t>Phase 2 Target: Local Clinic Pilots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PARTNERING WITH 5 OUTPATIENT CLINICS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Partnering with local physiotherapy clinics in NCR so therapists can give our free web link to outpatients recovering at home between clinic visits.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050" b="1">
                <a:solidFill>
                  <a:srgbClr val="1D4ED8"/>
                </a:solidFill>
                <a:latin typeface="Arial"/>
              </a:rPr>
              <a:t>PLANNED CLINIC VALUE &amp; VIRAL GROWTH LOOP:
</a:t>
            </a:r>
          </a:p>
          <a:p>
            <a:r>
              <a:rPr sz="950">
                <a:solidFill>
                  <a:srgbClr val="475569"/>
                </a:solidFill>
                <a:latin typeface="Arial"/>
              </a:rPr>
              <a:t>• Accessible Home Recovery: Eliminates painful travel barriers by allowing recovering patients to exercise under real-time camera guidance directly at home.
• WhatsApp Doctor Growth Loop: When patients share their completed session summaries with their doctors, clinicians see objective recovery proof and prescribe the platform to more outpatients.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SAFETY RULES &amp; STAGE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Arial"/>
              </a:rP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Responsible AI Guardrails &amp; Rehearsed 90s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00" b="1">
                <a:solidFill>
                  <a:srgbClr val="1D4ED8"/>
                </a:solidFill>
                <a:latin typeface="Arial"/>
              </a:rPr>
              <a:t>STRICT SAFETY &amp; PRIVACY RULES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Assists—Never Replaces—Doctors: </a:t>
            </a:r>
            <a:r>
              <a:rPr sz="950">
                <a:solidFill>
                  <a:srgbClr val="475569"/>
                </a:solidFill>
                <a:latin typeface="Arial"/>
              </a:rPr>
              <a:t>The AI explicitly guides exercise form. It never gives medical diagnoses or replaces physician judgment.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100% Video Privacy: </a:t>
            </a:r>
            <a:r>
              <a:rPr sz="950">
                <a:solidFill>
                  <a:srgbClr val="475569"/>
                </a:solidFill>
                <a:latin typeface="Arial"/>
              </a:rPr>
              <a:t>All body tracking runs locally on the patient's laptop. Zero raw video frames or camera recordings are ever uploaded to cloud servers.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Emergency Red-Flag Auto-Lock: </a:t>
            </a:r>
            <a:r>
              <a:rPr sz="950">
                <a:solidFill>
                  <a:srgbClr val="475569"/>
                </a:solidFill>
                <a:latin typeface="Arial"/>
              </a:rPr>
              <a:t>If a patient enters severe pain (8/10 or higher), the app automatically locks unguided exercise and displays emergency medical help.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Protected Patient Data: </a:t>
            </a:r>
            <a:r>
              <a:rPr sz="950">
                <a:solidFill>
                  <a:srgbClr val="475569"/>
                </a:solidFill>
                <a:latin typeface="Arial"/>
              </a:rPr>
              <a:t>Demo profiles and medical reports use 100% anonymized, synthetic clinical records.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Simple for Elderly Patients: </a:t>
            </a:r>
            <a:r>
              <a:rPr sz="950">
                <a:solidFill>
                  <a:srgbClr val="475569"/>
                </a:solidFill>
                <a:latin typeface="Arial"/>
              </a:rPr>
              <a:t>Hands-free voice coaching and 1-click sample cards mean elderly or non-tech patients can use it without touching the keyboard during reps.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REHEARSED 90-SECOND LIVE STAGE DEMO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Arial"/>
              </a:rPr>
              <a:t>Step 1: Upload Doctor Report (15s)
</a:t>
            </a:r>
            <a:r>
              <a:rPr sz="950">
                <a:solidFill>
                  <a:srgbClr val="475569"/>
                </a:solidFill>
                <a:latin typeface="Arial"/>
              </a:rPr>
              <a:t>Click 'Load Sample Report' (Rotator Cuff MRI) → AI reads the doctor's report, identifies the 90° shoulder limit, and automatically designs the session queue.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Arial"/>
              </a:rPr>
              <a:t>Step 2: Show Emergency Safety Guardrail (15s)
</a:t>
            </a:r>
            <a:r>
              <a:rPr sz="950">
                <a:solidFill>
                  <a:srgbClr val="475569"/>
                </a:solidFill>
                <a:latin typeface="Arial"/>
              </a:rPr>
              <a:t>Slide pain to 9/10: Show the Red-Flag Emergency Guardrail locking exercise. Slide back to 5/10 and click 'Launch Vision Session'.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Arial"/>
              </a:rPr>
              <a:t>Step 3: Launch 60 FPS Camera (20s)
</a:t>
            </a:r>
            <a:r>
              <a:rPr sz="950">
                <a:solidFill>
                  <a:srgbClr val="475569"/>
                </a:solidFill>
                <a:latin typeface="Arial"/>
              </a:rPr>
              <a:t>Camera starts instantly. The AI Voice Coach announces Exercise 1 and displays your live arm angle in green on the screen.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Arial"/>
              </a:rPr>
              <a:t>Step 4: Trigger Cheat Live on Stage (20s)
</a:t>
            </a:r>
            <a:r>
              <a:rPr sz="950">
                <a:solidFill>
                  <a:srgbClr val="475569"/>
                </a:solidFill>
                <a:latin typeface="Arial"/>
              </a:rPr>
              <a:t>Intentionally shrug your shoulder up toward your ear → Vector turns BRIGHT RED instantly and voice shouts: 'Don't shrug your shoulder!'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Arial"/>
              </a:rPr>
              <a:t>Step 5: 1-Click Doctor Summary (20s)
</a:t>
            </a:r>
            <a:r>
              <a:rPr sz="950">
                <a:solidFill>
                  <a:srgbClr val="475569"/>
                </a:solidFill>
                <a:latin typeface="Arial"/>
              </a:rPr>
              <a:t>Complete target reps → System auto-advances, records accuracy, and generates an official printable Doctor Summary to share on WhatsApp.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